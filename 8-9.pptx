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9" r:id="rId3"/>
    <p:sldId id="280" r:id="rId4"/>
    <p:sldId id="28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8A93F-C175-7940-68C7-F4066C0EF3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053A06-DD08-75AB-ACE6-C11E3578D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7C458-0B88-A6A5-10FD-5846A758E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7B989-1F95-F48F-0F3D-195BC238B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7AE41-9DB9-9DF6-C9A7-E6C90820E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246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6AAE8-EF1B-C65F-91E5-8DD858467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0AA4F-19B8-3DAF-7E1F-7887A4EDB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4F98F-811A-B25E-E918-58DBFE16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ACB0A-7543-7CB8-2B3A-AEF3AB4E5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2843B-E43F-7D66-0841-8E53A3D01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77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DE901-DB59-BA74-E5AD-FDD328328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8101B-E1F6-13F5-1941-18958582D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CFA04-E86F-4B1E-FBFD-553FA84D7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FF78B-5837-2A96-4965-4ED5AFE08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97AFB-E810-55B9-7CDE-630F5DC3D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096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1C0AE-DC82-FA66-3A37-206A954E3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82D23-9336-D3F9-44C2-F6B6BA2022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422F4-5B3D-F3C9-D05B-FA1DCD396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DDFBF7-8CC5-684E-16DC-3B45CBE3E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D41C9-3832-764D-FDAD-F69D040B4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CC6F9-CE42-F654-70F6-13E3C31E4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82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8A44-37B6-6701-C854-600C3D062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4DE52-50B7-59F5-A6C5-CBAB7CA3A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482A9A-B439-45E4-98AC-A61BD91AF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3BBD66-D7EF-79AA-1F6A-93F430FA8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9DF1AF-A816-F23D-1967-CD64FCC19A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9B9FEE-4E16-8E0E-6744-1394DE22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D42BFA-A90C-CA16-434E-59F73DBEF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9F25A8-D98C-4805-19F8-483E2CD5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130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454D-CF71-B965-8535-FE5E961F9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B5BD2-2261-D0BB-F2DE-3BF6E80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0B5EF9-492B-2CE3-3DFD-0A685412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20422E-5292-6781-5031-74E1C5BE4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146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B340FC-2651-3E63-E7B8-C3F5C934F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CEB8EC-948D-B3A3-1C1A-6F66CBD10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A9BA4-A50E-46D7-A542-77E76E21F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082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DB3C7-81AF-01EE-7A9A-88CB42497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E944D-057C-D750-A8A9-0FA38039B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5E50B-E123-FFE3-D490-AC545D21F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D3087-5A86-072E-E5BA-A72CE8E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7F1E2-E2C0-71A7-75AC-4EADB22F4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955F8E-352D-7821-EE87-CBF32394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650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AF272-5BA1-9EC0-DB54-2B1A49AD9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0FC97B-6EC2-22C9-4828-52D9433C30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CEF526-B482-6197-70A1-12A4CFCF6E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D6B74-A03F-D93B-3D09-F6F3CE241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49D4C-32BE-C91D-5ACF-CACA291C8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3E3C4-AE53-E121-07F9-D5804E5B1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309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F1C9A-89C2-ACC9-736E-FE5D00EF1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C4F7DC-18C2-B276-D68C-A9FC8C0B01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17A48-0B6F-C7D3-2ACE-B4540629A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F6422-6BC4-22D1-73A7-FC9E712C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1D643-685E-1B8D-E260-102059C87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924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1BFF1F-C748-413D-2B8F-A4CD05C9AC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C67EAD-4EEB-055E-A959-9D57CAFCA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916EA-9F6F-57FA-849A-8D9258887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8922C-24BC-4978-86AC-F18E1B68AA1B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4D2BC-ABEB-66F7-DF21-AB3E6D397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F573D-2B07-803C-2F75-A08953938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689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6D4007-8A5B-F211-EFF5-6D2E1EB11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A1D64-7558-F0AC-1DC0-23CF06548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86330-FB0A-7057-65A5-414552EFC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68922C-24BC-4978-86AC-F18E1B68AA1B}" type="datetimeFigureOut">
              <a:rPr lang="en-IN" smtClean="0"/>
              <a:t>24-12-2025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A2BB2-1C4F-9A0D-DB7D-31819C1311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579E8-FC35-75DD-F68F-6F8A726E4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28C65-66B8-4C81-8A9C-70E9BA1AD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300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EC84F8-A09E-D8F4-B0DC-8A94A942CB34}"/>
              </a:ext>
            </a:extLst>
          </p:cNvPr>
          <p:cNvSpPr txBox="1"/>
          <p:nvPr/>
        </p:nvSpPr>
        <p:spPr>
          <a:xfrm>
            <a:off x="216311" y="70631"/>
            <a:ext cx="1079581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Today, we convert our project files from </a:t>
            </a:r>
            <a:r>
              <a:rPr lang="en-IN" dirty="0" err="1"/>
              <a:t>colab</a:t>
            </a:r>
            <a:r>
              <a:rPr lang="en-IN" dirty="0"/>
              <a:t> to VS code</a:t>
            </a:r>
          </a:p>
          <a:p>
            <a:r>
              <a:rPr lang="en-IN" dirty="0"/>
              <a:t>For that we created new folder in our system and open it in VS code</a:t>
            </a:r>
          </a:p>
          <a:p>
            <a:r>
              <a:rPr lang="en-IN" dirty="0"/>
              <a:t>Open the folder in Vs code, then create new file with the name of requirements.txt</a:t>
            </a:r>
          </a:p>
          <a:p>
            <a:r>
              <a:rPr lang="en-IN" dirty="0"/>
              <a:t>pandas</a:t>
            </a:r>
          </a:p>
          <a:p>
            <a:r>
              <a:rPr lang="en-IN" dirty="0" err="1"/>
              <a:t>numpy</a:t>
            </a:r>
            <a:endParaRPr lang="en-IN" dirty="0"/>
          </a:p>
          <a:p>
            <a:r>
              <a:rPr lang="en-IN" dirty="0"/>
              <a:t>scikit-learn</a:t>
            </a:r>
          </a:p>
          <a:p>
            <a:endParaRPr lang="en-IN" dirty="0"/>
          </a:p>
          <a:p>
            <a:r>
              <a:rPr lang="en-IN" dirty="0"/>
              <a:t>And create a virtual environment in terminal,</a:t>
            </a:r>
          </a:p>
          <a:p>
            <a:endParaRPr lang="en-IN" dirty="0"/>
          </a:p>
          <a:p>
            <a:r>
              <a:rPr lang="en-IN" dirty="0"/>
              <a:t>Python –m </a:t>
            </a:r>
            <a:r>
              <a:rPr lang="en-IN" dirty="0" err="1"/>
              <a:t>venv</a:t>
            </a:r>
            <a:r>
              <a:rPr lang="en-IN" dirty="0"/>
              <a:t> </a:t>
            </a:r>
            <a:r>
              <a:rPr lang="en-IN" dirty="0" err="1"/>
              <a:t>venv</a:t>
            </a:r>
            <a:endParaRPr lang="en-IN" dirty="0"/>
          </a:p>
          <a:p>
            <a:endParaRPr lang="en-IN" dirty="0"/>
          </a:p>
          <a:p>
            <a:r>
              <a:rPr lang="en-IN" dirty="0"/>
              <a:t>Activate the environment </a:t>
            </a:r>
          </a:p>
          <a:p>
            <a:endParaRPr lang="en-IN" dirty="0"/>
          </a:p>
          <a:p>
            <a:r>
              <a:rPr lang="en-IN" dirty="0"/>
              <a:t> </a:t>
            </a:r>
            <a:r>
              <a:rPr lang="en-IN" dirty="0" err="1"/>
              <a:t>venv</a:t>
            </a:r>
            <a:r>
              <a:rPr lang="en-IN" dirty="0"/>
              <a:t>\Scripts\Activate</a:t>
            </a:r>
          </a:p>
          <a:p>
            <a:endParaRPr lang="en-IN" dirty="0"/>
          </a:p>
          <a:p>
            <a:r>
              <a:rPr lang="en-IN" dirty="0"/>
              <a:t>Then, run this command to install </a:t>
            </a:r>
            <a:r>
              <a:rPr lang="en-IN" dirty="0" err="1"/>
              <a:t>liberaries</a:t>
            </a:r>
            <a:r>
              <a:rPr lang="en-IN" dirty="0"/>
              <a:t>. 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 pip install –r requirements.txt</a:t>
            </a:r>
          </a:p>
          <a:p>
            <a:endParaRPr lang="en-IN" dirty="0"/>
          </a:p>
          <a:p>
            <a:r>
              <a:rPr lang="en-IN" dirty="0"/>
              <a:t># Copy the clean_data.csv file and paste into the project folder.</a:t>
            </a:r>
          </a:p>
          <a:p>
            <a:endParaRPr lang="en-IN" dirty="0"/>
          </a:p>
          <a:p>
            <a:r>
              <a:rPr lang="en-IN" dirty="0"/>
              <a:t>As libraries are installed now and virtual environment is activated.</a:t>
            </a:r>
          </a:p>
          <a:p>
            <a:r>
              <a:rPr lang="en-IN" dirty="0"/>
              <a:t>Create new file with the name of preprocess_data.py and write this code in that: next slide.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2774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39CDFC-CF08-24AC-2952-3C82B4BA885D}"/>
              </a:ext>
            </a:extLst>
          </p:cNvPr>
          <p:cNvSpPr txBox="1"/>
          <p:nvPr/>
        </p:nvSpPr>
        <p:spPr>
          <a:xfrm>
            <a:off x="0" y="0"/>
            <a:ext cx="10795818" cy="7155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50" dirty="0"/>
              <a:t>import pandas as pd</a:t>
            </a:r>
          </a:p>
          <a:p>
            <a:r>
              <a:rPr lang="en-IN" sz="1650" dirty="0"/>
              <a:t>import </a:t>
            </a:r>
            <a:r>
              <a:rPr lang="en-IN" sz="1650" dirty="0" err="1"/>
              <a:t>numpy</a:t>
            </a:r>
            <a:r>
              <a:rPr lang="en-IN" sz="1650" dirty="0"/>
              <a:t> as np</a:t>
            </a:r>
          </a:p>
          <a:p>
            <a:r>
              <a:rPr lang="en-IN" sz="1650" dirty="0"/>
              <a:t>data = </a:t>
            </a:r>
            <a:r>
              <a:rPr lang="en-IN" sz="1650" dirty="0" err="1"/>
              <a:t>pd.read_csv</a:t>
            </a:r>
            <a:r>
              <a:rPr lang="en-IN" sz="1650" dirty="0"/>
              <a:t>("clean_data.csv")</a:t>
            </a:r>
          </a:p>
          <a:p>
            <a:r>
              <a:rPr lang="en-IN" sz="1650" dirty="0"/>
              <a:t>def </a:t>
            </a:r>
            <a:r>
              <a:rPr lang="en-IN" sz="1650" dirty="0" err="1"/>
              <a:t>process_data</a:t>
            </a:r>
            <a:r>
              <a:rPr lang="en-IN" sz="1650" dirty="0"/>
              <a:t>(data: </a:t>
            </a:r>
            <a:r>
              <a:rPr lang="en-IN" sz="1650" dirty="0" err="1"/>
              <a:t>pd.DataFrame</a:t>
            </a:r>
            <a:r>
              <a:rPr lang="en-IN" sz="1650" dirty="0"/>
              <a:t>) -&gt; </a:t>
            </a:r>
            <a:r>
              <a:rPr lang="en-IN" sz="1650" dirty="0" err="1"/>
              <a:t>pd.DataFrame</a:t>
            </a:r>
            <a:r>
              <a:rPr lang="en-IN" sz="1650" dirty="0"/>
              <a:t>:</a:t>
            </a:r>
          </a:p>
          <a:p>
            <a:r>
              <a:rPr lang="en-IN" sz="1650" dirty="0"/>
              <a:t>    # Replace invalid values with </a:t>
            </a:r>
            <a:r>
              <a:rPr lang="en-IN" sz="1650" dirty="0" err="1"/>
              <a:t>NaN</a:t>
            </a:r>
            <a:endParaRPr lang="en-IN" sz="1650" dirty="0"/>
          </a:p>
          <a:p>
            <a:r>
              <a:rPr lang="en-IN" sz="1650" dirty="0"/>
              <a:t>    data['</a:t>
            </a:r>
            <a:r>
              <a:rPr lang="en-IN" sz="1650" dirty="0" err="1"/>
              <a:t>ProdID</a:t>
            </a:r>
            <a:r>
              <a:rPr lang="en-IN" sz="1650" dirty="0"/>
              <a:t>'] = data['</a:t>
            </a:r>
            <a:r>
              <a:rPr lang="en-IN" sz="1650" dirty="0" err="1"/>
              <a:t>ProdID</a:t>
            </a:r>
            <a:r>
              <a:rPr lang="en-IN" sz="1650" dirty="0"/>
              <a:t>'].replace(-2147483648, </a:t>
            </a:r>
            <a:r>
              <a:rPr lang="en-IN" sz="1650" dirty="0" err="1"/>
              <a:t>np.nan</a:t>
            </a:r>
            <a:r>
              <a:rPr lang="en-IN" sz="1650" dirty="0"/>
              <a:t>)</a:t>
            </a:r>
          </a:p>
          <a:p>
            <a:r>
              <a:rPr lang="en-IN" sz="1650" dirty="0"/>
              <a:t>    data['ID'] = data['ID'].replace(-2147483648, </a:t>
            </a:r>
            <a:r>
              <a:rPr lang="en-IN" sz="1650" dirty="0" err="1"/>
              <a:t>np.nan</a:t>
            </a:r>
            <a:r>
              <a:rPr lang="en-IN" sz="1650" dirty="0"/>
              <a:t>)</a:t>
            </a:r>
          </a:p>
          <a:p>
            <a:r>
              <a:rPr lang="en-IN" sz="1650" dirty="0"/>
              <a:t>    # Convert ID to numeric and clean</a:t>
            </a:r>
          </a:p>
          <a:p>
            <a:r>
              <a:rPr lang="en-IN" sz="1650" dirty="0"/>
              <a:t>    data['ID'] = </a:t>
            </a:r>
            <a:r>
              <a:rPr lang="en-IN" sz="1650" dirty="0" err="1"/>
              <a:t>pd.to_numeric</a:t>
            </a:r>
            <a:r>
              <a:rPr lang="en-IN" sz="1650" dirty="0"/>
              <a:t>(data['ID'], errors='coerce')</a:t>
            </a:r>
          </a:p>
          <a:p>
            <a:r>
              <a:rPr lang="en-IN" sz="1650" dirty="0"/>
              <a:t>    data = </a:t>
            </a:r>
            <a:r>
              <a:rPr lang="en-IN" sz="1650" dirty="0" err="1"/>
              <a:t>data.dropna</a:t>
            </a:r>
            <a:r>
              <a:rPr lang="en-IN" sz="1650" dirty="0"/>
              <a:t>(subset=['ID'])</a:t>
            </a:r>
          </a:p>
          <a:p>
            <a:r>
              <a:rPr lang="en-IN" sz="1650" dirty="0"/>
              <a:t>    # Clean </a:t>
            </a:r>
            <a:r>
              <a:rPr lang="en-IN" sz="1650" dirty="0" err="1"/>
              <a:t>ProdID</a:t>
            </a:r>
            <a:endParaRPr lang="en-IN" sz="1650" dirty="0"/>
          </a:p>
          <a:p>
            <a:r>
              <a:rPr lang="en-IN" sz="1650" dirty="0"/>
              <a:t>    data = </a:t>
            </a:r>
            <a:r>
              <a:rPr lang="en-IN" sz="1650" dirty="0" err="1"/>
              <a:t>data.dropna</a:t>
            </a:r>
            <a:r>
              <a:rPr lang="en-IN" sz="1650" dirty="0"/>
              <a:t>(subset=['</a:t>
            </a:r>
            <a:r>
              <a:rPr lang="en-IN" sz="1650" dirty="0" err="1"/>
              <a:t>ProdID</a:t>
            </a:r>
            <a:r>
              <a:rPr lang="en-IN" sz="1650" dirty="0"/>
              <a:t>']) </a:t>
            </a:r>
          </a:p>
          <a:p>
            <a:r>
              <a:rPr lang="en-IN" sz="1650" dirty="0"/>
              <a:t>    # Remove rows where ID or </a:t>
            </a:r>
            <a:r>
              <a:rPr lang="en-IN" sz="1650" dirty="0" err="1"/>
              <a:t>ProdID</a:t>
            </a:r>
            <a:r>
              <a:rPr lang="en-IN" sz="1650" dirty="0"/>
              <a:t> is 0</a:t>
            </a:r>
          </a:p>
          <a:p>
            <a:r>
              <a:rPr lang="en-IN" sz="1650" dirty="0"/>
              <a:t>    data = data[(data['ID'] != 0) &amp; (data['</a:t>
            </a:r>
            <a:r>
              <a:rPr lang="en-IN" sz="1650" dirty="0" err="1"/>
              <a:t>ProdID</a:t>
            </a:r>
            <a:r>
              <a:rPr lang="en-IN" sz="1650" dirty="0"/>
              <a:t>'] != 0)].copy()</a:t>
            </a:r>
          </a:p>
          <a:p>
            <a:r>
              <a:rPr lang="en-IN" sz="1650" dirty="0"/>
              <a:t>    data['ID'] = data['ID'].</a:t>
            </a:r>
            <a:r>
              <a:rPr lang="en-IN" sz="1650" dirty="0" err="1"/>
              <a:t>astype</a:t>
            </a:r>
            <a:r>
              <a:rPr lang="en-IN" sz="1650" dirty="0"/>
              <a:t>('int64')</a:t>
            </a:r>
          </a:p>
          <a:p>
            <a:r>
              <a:rPr lang="en-IN" sz="1650" dirty="0"/>
              <a:t>    data['</a:t>
            </a:r>
            <a:r>
              <a:rPr lang="en-IN" sz="1650" dirty="0" err="1"/>
              <a:t>ProdID</a:t>
            </a:r>
            <a:r>
              <a:rPr lang="en-IN" sz="1650" dirty="0"/>
              <a:t>'] = data['</a:t>
            </a:r>
            <a:r>
              <a:rPr lang="en-IN" sz="1650" dirty="0" err="1"/>
              <a:t>ProdID</a:t>
            </a:r>
            <a:r>
              <a:rPr lang="en-IN" sz="1650" dirty="0"/>
              <a:t>'].</a:t>
            </a:r>
            <a:r>
              <a:rPr lang="en-IN" sz="1650" dirty="0" err="1"/>
              <a:t>astype</a:t>
            </a:r>
            <a:r>
              <a:rPr lang="en-IN" sz="1650" dirty="0"/>
              <a:t>('int64')</a:t>
            </a:r>
          </a:p>
          <a:p>
            <a:r>
              <a:rPr lang="en-IN" sz="1650" dirty="0"/>
              <a:t>    # </a:t>
            </a:r>
            <a:r>
              <a:rPr lang="en-IN" sz="1650" dirty="0" err="1"/>
              <a:t>ReviewCount</a:t>
            </a:r>
            <a:endParaRPr lang="en-IN" sz="1650" dirty="0"/>
          </a:p>
          <a:p>
            <a:r>
              <a:rPr lang="en-IN" sz="1650" dirty="0"/>
              <a:t>    data['</a:t>
            </a:r>
            <a:r>
              <a:rPr lang="en-IN" sz="1650" dirty="0" err="1"/>
              <a:t>ReviewCount</a:t>
            </a:r>
            <a:r>
              <a:rPr lang="en-IN" sz="1650" dirty="0"/>
              <a:t>'] = </a:t>
            </a:r>
            <a:r>
              <a:rPr lang="en-IN" sz="1650" dirty="0" err="1"/>
              <a:t>pd.to_numeric</a:t>
            </a:r>
            <a:r>
              <a:rPr lang="en-IN" sz="1650" dirty="0"/>
              <a:t>(</a:t>
            </a:r>
          </a:p>
          <a:p>
            <a:r>
              <a:rPr lang="en-IN" sz="1650" dirty="0"/>
              <a:t>        data['</a:t>
            </a:r>
            <a:r>
              <a:rPr lang="en-IN" sz="1650" dirty="0" err="1"/>
              <a:t>ReviewCount</a:t>
            </a:r>
            <a:r>
              <a:rPr lang="en-IN" sz="1650" dirty="0"/>
              <a:t>'], errors='coerce'</a:t>
            </a:r>
          </a:p>
          <a:p>
            <a:r>
              <a:rPr lang="en-IN" sz="1650" dirty="0"/>
              <a:t>    ).</a:t>
            </a:r>
            <a:r>
              <a:rPr lang="en-IN" sz="1650" dirty="0" err="1"/>
              <a:t>fillna</a:t>
            </a:r>
            <a:r>
              <a:rPr lang="en-IN" sz="1650" dirty="0"/>
              <a:t>(0).</a:t>
            </a:r>
            <a:r>
              <a:rPr lang="en-IN" sz="1650" dirty="0" err="1"/>
              <a:t>astype</a:t>
            </a:r>
            <a:r>
              <a:rPr lang="en-IN" sz="1650" dirty="0"/>
              <a:t>('int64')</a:t>
            </a:r>
          </a:p>
          <a:p>
            <a:r>
              <a:rPr lang="en-IN" sz="1650" dirty="0"/>
              <a:t>    # Drop unwanted column if exists</a:t>
            </a:r>
          </a:p>
          <a:p>
            <a:r>
              <a:rPr lang="en-IN" sz="1650" dirty="0"/>
              <a:t>    if 'Unnamed: 0' in </a:t>
            </a:r>
            <a:r>
              <a:rPr lang="en-IN" sz="1650" dirty="0" err="1"/>
              <a:t>data.columns</a:t>
            </a:r>
            <a:r>
              <a:rPr lang="en-IN" sz="1650" dirty="0"/>
              <a:t>:</a:t>
            </a:r>
          </a:p>
          <a:p>
            <a:r>
              <a:rPr lang="en-IN" sz="1650" dirty="0"/>
              <a:t>        data = </a:t>
            </a:r>
            <a:r>
              <a:rPr lang="en-IN" sz="1650" dirty="0" err="1"/>
              <a:t>data.drop</a:t>
            </a:r>
            <a:r>
              <a:rPr lang="en-IN" sz="1650" dirty="0"/>
              <a:t>(columns=['Unnamed: 0'])</a:t>
            </a:r>
          </a:p>
          <a:p>
            <a:r>
              <a:rPr lang="en-IN" sz="1650" dirty="0"/>
              <a:t>    # Fill text columns</a:t>
            </a:r>
          </a:p>
          <a:p>
            <a:r>
              <a:rPr lang="en-IN" sz="1650" dirty="0"/>
              <a:t>    for col in ['Category', 'Brand', 'Description', 'Tags']:</a:t>
            </a:r>
          </a:p>
          <a:p>
            <a:r>
              <a:rPr lang="en-IN" sz="1650" dirty="0"/>
              <a:t>        data[col] = data[col].</a:t>
            </a:r>
            <a:r>
              <a:rPr lang="en-IN" sz="1650" dirty="0" err="1"/>
              <a:t>fillna</a:t>
            </a:r>
            <a:r>
              <a:rPr lang="en-IN" sz="1650" dirty="0"/>
              <a:t>('')</a:t>
            </a:r>
          </a:p>
          <a:p>
            <a:r>
              <a:rPr lang="en-IN" sz="1650" dirty="0"/>
              <a:t>    return data</a:t>
            </a:r>
          </a:p>
        </p:txBody>
      </p:sp>
    </p:spTree>
    <p:extLst>
      <p:ext uri="{BB962C8B-B14F-4D97-AF65-F5344CB8AC3E}">
        <p14:creationId xmlns:p14="http://schemas.microsoft.com/office/powerpoint/2010/main" val="967822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7CA9C6-531F-C399-F688-72EA3CBC476D}"/>
              </a:ext>
            </a:extLst>
          </p:cNvPr>
          <p:cNvSpPr txBox="1"/>
          <p:nvPr/>
        </p:nvSpPr>
        <p:spPr>
          <a:xfrm>
            <a:off x="147484" y="117987"/>
            <a:ext cx="10795818" cy="7455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50" dirty="0"/>
              <a:t>Then run this file in terminal by writing:  python preprocess_data.py</a:t>
            </a:r>
          </a:p>
          <a:p>
            <a:endParaRPr lang="en-IN" sz="1650" dirty="0"/>
          </a:p>
          <a:p>
            <a:r>
              <a:rPr lang="en-IN" sz="1650" dirty="0"/>
              <a:t>Then create a new file with this name content_based_filtering.py and write this code:</a:t>
            </a:r>
          </a:p>
          <a:p>
            <a:endParaRPr lang="en-IN" sz="1650" dirty="0"/>
          </a:p>
          <a:p>
            <a:r>
              <a:rPr lang="en-IN" dirty="0"/>
              <a:t>import pandas as pd</a:t>
            </a:r>
          </a:p>
          <a:p>
            <a:r>
              <a:rPr lang="en-IN" dirty="0"/>
              <a:t>import </a:t>
            </a:r>
            <a:r>
              <a:rPr lang="en-IN" dirty="0" err="1"/>
              <a:t>numpy</a:t>
            </a:r>
            <a:r>
              <a:rPr lang="en-IN" dirty="0"/>
              <a:t> as np</a:t>
            </a:r>
          </a:p>
          <a:p>
            <a:r>
              <a:rPr lang="en-IN" dirty="0"/>
              <a:t>import </a:t>
            </a:r>
            <a:r>
              <a:rPr lang="en-IN" dirty="0" err="1"/>
              <a:t>sklearn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sklearn.feature_extraction.text</a:t>
            </a:r>
            <a:r>
              <a:rPr lang="en-IN" dirty="0"/>
              <a:t> import </a:t>
            </a:r>
            <a:r>
              <a:rPr lang="en-IN" dirty="0" err="1"/>
              <a:t>TfidfVectorizer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sklearn.metrics.pairwise</a:t>
            </a:r>
            <a:r>
              <a:rPr lang="en-IN" dirty="0"/>
              <a:t> import </a:t>
            </a:r>
            <a:r>
              <a:rPr lang="en-IN" dirty="0" err="1"/>
              <a:t>cosine_similarity</a:t>
            </a:r>
            <a:endParaRPr lang="en-IN" dirty="0"/>
          </a:p>
          <a:p>
            <a:r>
              <a:rPr lang="en-IN" dirty="0"/>
              <a:t>def </a:t>
            </a:r>
            <a:r>
              <a:rPr lang="en-IN" dirty="0" err="1"/>
              <a:t>content_based_recommendation</a:t>
            </a:r>
            <a:r>
              <a:rPr lang="en-IN" dirty="0"/>
              <a:t>(data, </a:t>
            </a:r>
            <a:r>
              <a:rPr lang="en-IN" dirty="0" err="1"/>
              <a:t>item_name</a:t>
            </a:r>
            <a:r>
              <a:rPr lang="en-IN" dirty="0"/>
              <a:t>, </a:t>
            </a:r>
            <a:r>
              <a:rPr lang="en-IN" dirty="0" err="1"/>
              <a:t>top_n</a:t>
            </a:r>
            <a:r>
              <a:rPr lang="en-IN" dirty="0"/>
              <a:t>=10):</a:t>
            </a:r>
          </a:p>
          <a:p>
            <a:r>
              <a:rPr lang="en-IN" dirty="0"/>
              <a:t>  if </a:t>
            </a:r>
            <a:r>
              <a:rPr lang="en-IN" dirty="0" err="1"/>
              <a:t>item_name</a:t>
            </a:r>
            <a:r>
              <a:rPr lang="en-IN" dirty="0"/>
              <a:t> not in data['Name'].values:</a:t>
            </a:r>
          </a:p>
          <a:p>
            <a:r>
              <a:rPr lang="en-IN" dirty="0"/>
              <a:t>    print(</a:t>
            </a:r>
            <a:r>
              <a:rPr lang="en-IN" dirty="0" err="1"/>
              <a:t>f"item</a:t>
            </a:r>
            <a:r>
              <a:rPr lang="en-IN" dirty="0"/>
              <a:t> '{</a:t>
            </a:r>
            <a:r>
              <a:rPr lang="en-IN" dirty="0" err="1"/>
              <a:t>item_name</a:t>
            </a:r>
            <a:r>
              <a:rPr lang="en-IN" dirty="0"/>
              <a:t>}' not found in the data.")</a:t>
            </a:r>
          </a:p>
          <a:p>
            <a:r>
              <a:rPr lang="en-IN" dirty="0"/>
              <a:t>    return </a:t>
            </a:r>
            <a:r>
              <a:rPr lang="en-IN" dirty="0" err="1"/>
              <a:t>pd.DataFrame</a:t>
            </a:r>
            <a:r>
              <a:rPr lang="en-IN" dirty="0"/>
              <a:t>()</a:t>
            </a:r>
          </a:p>
          <a:p>
            <a:r>
              <a:rPr lang="en-IN" dirty="0"/>
              <a:t>  </a:t>
            </a:r>
            <a:r>
              <a:rPr lang="en-IN" dirty="0" err="1"/>
              <a:t>tfidf_vectorizer</a:t>
            </a:r>
            <a:r>
              <a:rPr lang="en-IN" dirty="0"/>
              <a:t> = </a:t>
            </a:r>
            <a:r>
              <a:rPr lang="en-IN" dirty="0" err="1"/>
              <a:t>TfidfVectorizer</a:t>
            </a:r>
            <a:r>
              <a:rPr lang="en-IN" dirty="0"/>
              <a:t>(</a:t>
            </a:r>
            <a:r>
              <a:rPr lang="en-IN" dirty="0" err="1"/>
              <a:t>stop_words</a:t>
            </a:r>
            <a:r>
              <a:rPr lang="en-IN" dirty="0"/>
              <a:t>='</a:t>
            </a:r>
            <a:r>
              <a:rPr lang="en-IN" dirty="0" err="1"/>
              <a:t>english</a:t>
            </a:r>
            <a:r>
              <a:rPr lang="en-IN" dirty="0"/>
              <a:t>')</a:t>
            </a:r>
          </a:p>
          <a:p>
            <a:r>
              <a:rPr lang="en-IN" dirty="0"/>
              <a:t>  </a:t>
            </a:r>
            <a:r>
              <a:rPr lang="en-IN" dirty="0" err="1"/>
              <a:t>tfidf_matrix_content</a:t>
            </a:r>
            <a:r>
              <a:rPr lang="en-IN" dirty="0"/>
              <a:t> = </a:t>
            </a:r>
            <a:r>
              <a:rPr lang="en-IN" dirty="0" err="1"/>
              <a:t>tfidf_vectorizer.fit_transform</a:t>
            </a:r>
            <a:r>
              <a:rPr lang="en-IN" dirty="0"/>
              <a:t>(data['Tags'])</a:t>
            </a:r>
          </a:p>
          <a:p>
            <a:r>
              <a:rPr lang="en-IN" dirty="0"/>
              <a:t>  </a:t>
            </a:r>
            <a:r>
              <a:rPr lang="en-IN" dirty="0" err="1"/>
              <a:t>cosine_similarity_content</a:t>
            </a:r>
            <a:r>
              <a:rPr lang="en-IN" dirty="0"/>
              <a:t> = </a:t>
            </a:r>
            <a:r>
              <a:rPr lang="en-IN" dirty="0" err="1"/>
              <a:t>cosine_similarity</a:t>
            </a:r>
            <a:r>
              <a:rPr lang="en-IN" dirty="0"/>
              <a:t>(</a:t>
            </a:r>
            <a:r>
              <a:rPr lang="en-IN" dirty="0" err="1"/>
              <a:t>tfidf_matrix_content</a:t>
            </a:r>
            <a:r>
              <a:rPr lang="en-IN" dirty="0"/>
              <a:t>, </a:t>
            </a:r>
            <a:r>
              <a:rPr lang="en-IN" dirty="0" err="1"/>
              <a:t>tfidf_matrix_content</a:t>
            </a:r>
            <a:r>
              <a:rPr lang="en-IN" dirty="0"/>
              <a:t>)</a:t>
            </a:r>
          </a:p>
          <a:p>
            <a:r>
              <a:rPr lang="en-IN" dirty="0"/>
              <a:t>  </a:t>
            </a:r>
            <a:r>
              <a:rPr lang="en-IN" dirty="0" err="1"/>
              <a:t>item_index</a:t>
            </a:r>
            <a:r>
              <a:rPr lang="en-IN" dirty="0"/>
              <a:t> = data[data['Name']==</a:t>
            </a:r>
            <a:r>
              <a:rPr lang="en-IN" dirty="0" err="1"/>
              <a:t>item_name</a:t>
            </a:r>
            <a:r>
              <a:rPr lang="en-IN" dirty="0"/>
              <a:t>].index[0]</a:t>
            </a:r>
          </a:p>
          <a:p>
            <a:r>
              <a:rPr lang="en-IN" dirty="0"/>
              <a:t>  </a:t>
            </a:r>
            <a:r>
              <a:rPr lang="en-IN" dirty="0" err="1"/>
              <a:t>similar_items</a:t>
            </a:r>
            <a:r>
              <a:rPr lang="en-IN" dirty="0"/>
              <a:t> = list(enumerate(</a:t>
            </a:r>
            <a:r>
              <a:rPr lang="en-IN" dirty="0" err="1"/>
              <a:t>cosine_similarity_content</a:t>
            </a:r>
            <a:r>
              <a:rPr lang="en-IN" dirty="0"/>
              <a:t>[</a:t>
            </a:r>
            <a:r>
              <a:rPr lang="en-IN" dirty="0" err="1"/>
              <a:t>item_index</a:t>
            </a:r>
            <a:r>
              <a:rPr lang="en-IN" dirty="0"/>
              <a:t>]))</a:t>
            </a:r>
          </a:p>
          <a:p>
            <a:r>
              <a:rPr lang="en-IN" dirty="0"/>
              <a:t>  </a:t>
            </a:r>
            <a:r>
              <a:rPr lang="en-IN" dirty="0" err="1"/>
              <a:t>similar_prod</a:t>
            </a:r>
            <a:r>
              <a:rPr lang="en-IN" dirty="0"/>
              <a:t> = sorted(</a:t>
            </a:r>
            <a:r>
              <a:rPr lang="en-IN" dirty="0" err="1"/>
              <a:t>similar_items</a:t>
            </a:r>
            <a:r>
              <a:rPr lang="en-IN" dirty="0"/>
              <a:t>, key=lambda x:x[1], reverse=True)</a:t>
            </a:r>
          </a:p>
          <a:p>
            <a:r>
              <a:rPr lang="en-IN" dirty="0"/>
              <a:t>  </a:t>
            </a:r>
            <a:r>
              <a:rPr lang="en-IN" dirty="0" err="1"/>
              <a:t>top_similar_prod</a:t>
            </a:r>
            <a:r>
              <a:rPr lang="en-IN" dirty="0"/>
              <a:t> = </a:t>
            </a:r>
            <a:r>
              <a:rPr lang="en-IN" dirty="0" err="1"/>
              <a:t>similar_prod</a:t>
            </a:r>
            <a:r>
              <a:rPr lang="en-IN" dirty="0"/>
              <a:t>[:</a:t>
            </a:r>
            <a:r>
              <a:rPr lang="en-IN" dirty="0" err="1"/>
              <a:t>top_n</a:t>
            </a:r>
            <a:r>
              <a:rPr lang="en-IN" dirty="0"/>
              <a:t>]</a:t>
            </a:r>
          </a:p>
          <a:p>
            <a:r>
              <a:rPr lang="en-IN" dirty="0"/>
              <a:t>  </a:t>
            </a:r>
            <a:r>
              <a:rPr lang="en-IN" dirty="0" err="1"/>
              <a:t>recommended_items_indices</a:t>
            </a:r>
            <a:r>
              <a:rPr lang="en-IN" dirty="0"/>
              <a:t> = [x[0] for x in </a:t>
            </a:r>
            <a:r>
              <a:rPr lang="en-IN" dirty="0" err="1"/>
              <a:t>top_similar_prod</a:t>
            </a:r>
            <a:r>
              <a:rPr lang="en-IN" dirty="0"/>
              <a:t>]</a:t>
            </a:r>
          </a:p>
          <a:p>
            <a:r>
              <a:rPr lang="en-IN" dirty="0"/>
              <a:t>  </a:t>
            </a:r>
            <a:r>
              <a:rPr lang="en-IN" dirty="0" err="1"/>
              <a:t>recommended_item_details</a:t>
            </a:r>
            <a:r>
              <a:rPr lang="en-IN" dirty="0"/>
              <a:t> = </a:t>
            </a:r>
            <a:r>
              <a:rPr lang="en-IN" dirty="0" err="1"/>
              <a:t>data.iloc</a:t>
            </a:r>
            <a:r>
              <a:rPr lang="en-IN" dirty="0"/>
              <a:t>[</a:t>
            </a:r>
            <a:r>
              <a:rPr lang="en-IN" dirty="0" err="1"/>
              <a:t>recommended_items_indices</a:t>
            </a:r>
            <a:r>
              <a:rPr lang="en-IN" dirty="0"/>
              <a:t>][['Name', '</a:t>
            </a:r>
            <a:r>
              <a:rPr lang="en-IN" dirty="0" err="1"/>
              <a:t>ReviewCount</a:t>
            </a:r>
            <a:r>
              <a:rPr lang="en-IN" dirty="0"/>
              <a:t>', 'Brand']]</a:t>
            </a:r>
          </a:p>
          <a:p>
            <a:r>
              <a:rPr lang="en-IN" dirty="0"/>
              <a:t>  return </a:t>
            </a:r>
            <a:r>
              <a:rPr lang="en-IN" dirty="0" err="1"/>
              <a:t>recommended_item_details</a:t>
            </a:r>
            <a:endParaRPr lang="en-IN" dirty="0"/>
          </a:p>
          <a:p>
            <a:r>
              <a:rPr lang="en-IN" dirty="0"/>
              <a:t># Then write this in the same file</a:t>
            </a:r>
          </a:p>
          <a:p>
            <a:br>
              <a:rPr lang="en-IN" dirty="0"/>
            </a:br>
            <a:endParaRPr lang="en-IN" dirty="0"/>
          </a:p>
          <a:p>
            <a:endParaRPr lang="en-IN" sz="1650" dirty="0"/>
          </a:p>
        </p:txBody>
      </p:sp>
    </p:spTree>
    <p:extLst>
      <p:ext uri="{BB962C8B-B14F-4D97-AF65-F5344CB8AC3E}">
        <p14:creationId xmlns:p14="http://schemas.microsoft.com/office/powerpoint/2010/main" val="1936092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9F372D-5775-4BD6-43CE-013990FD2795}"/>
              </a:ext>
            </a:extLst>
          </p:cNvPr>
          <p:cNvSpPr txBox="1"/>
          <p:nvPr/>
        </p:nvSpPr>
        <p:spPr>
          <a:xfrm>
            <a:off x="422786" y="320711"/>
            <a:ext cx="11523407" cy="297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# TO test the system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if __name__ == "__main__":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import pandas as pd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from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preprocess_data</a:t>
            </a:r>
            <a:r>
              <a:rPr lang="en-IN" b="0" dirty="0">
                <a:effectLst/>
                <a:latin typeface="Consolas" panose="020B0609020204030204" pitchFamily="49" charset="0"/>
              </a:rPr>
              <a:t> import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process_data</a:t>
            </a: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raw_data</a:t>
            </a:r>
            <a:r>
              <a:rPr lang="en-IN" b="0" dirty="0">
                <a:effectLst/>
                <a:latin typeface="Consolas" panose="020B0609020204030204" pitchFamily="49" charset="0"/>
              </a:rPr>
              <a:t> =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pd.read_csv</a:t>
            </a:r>
            <a:r>
              <a:rPr lang="en-IN" b="0" dirty="0">
                <a:effectLst/>
                <a:latin typeface="Consolas" panose="020B0609020204030204" pitchFamily="49" charset="0"/>
              </a:rPr>
              <a:t>("clean_data.csv")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data =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process_data</a:t>
            </a:r>
            <a:r>
              <a:rPr lang="en-IN" b="0" dirty="0"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raw_data</a:t>
            </a:r>
            <a:r>
              <a:rPr lang="en-IN" b="0" dirty="0"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item_name</a:t>
            </a:r>
            <a:r>
              <a:rPr lang="en-IN" b="0" dirty="0">
                <a:effectLst/>
                <a:latin typeface="Consolas" panose="020B0609020204030204" pitchFamily="49" charset="0"/>
              </a:rPr>
              <a:t> = "OPI Infinite Shine, Nail Lacquer Nail Polish, Bubble Bath"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result =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content_based_recommendation</a:t>
            </a:r>
            <a:r>
              <a:rPr lang="en-IN" b="0" dirty="0">
                <a:effectLst/>
                <a:latin typeface="Consolas" panose="020B0609020204030204" pitchFamily="49" charset="0"/>
              </a:rPr>
              <a:t>(data,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item_name</a:t>
            </a:r>
            <a:r>
              <a:rPr lang="en-IN" b="0" dirty="0"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top_n</a:t>
            </a:r>
            <a:r>
              <a:rPr lang="en-IN" b="0" dirty="0">
                <a:effectLst/>
                <a:latin typeface="Consolas" panose="020B0609020204030204" pitchFamily="49" charset="0"/>
              </a:rPr>
              <a:t>=5)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print(result)</a:t>
            </a:r>
          </a:p>
          <a:p>
            <a:pPr>
              <a:lnSpc>
                <a:spcPts val="1425"/>
              </a:lnSpc>
              <a:buNone/>
            </a:pPr>
            <a:endParaRPr lang="en-IN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dirty="0">
                <a:latin typeface="Consolas" panose="020B0609020204030204" pitchFamily="49" charset="0"/>
              </a:rPr>
              <a:t># And run this file in your terminal by writing: python content_based_filtering.py</a:t>
            </a:r>
            <a:endParaRPr lang="en-IN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885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1045</TotalTime>
  <Words>863</Words>
  <Application>Microsoft Office PowerPoint</Application>
  <PresentationFormat>Widescreen</PresentationFormat>
  <Paragraphs>89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simran bhutani</dc:creator>
  <cp:lastModifiedBy>simran bhutani</cp:lastModifiedBy>
  <cp:revision>44</cp:revision>
  <dcterms:created xsi:type="dcterms:W3CDTF">2025-12-15T10:53:33Z</dcterms:created>
  <dcterms:modified xsi:type="dcterms:W3CDTF">2025-12-24T17:28:39Z</dcterms:modified>
</cp:coreProperties>
</file>