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5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D0F5B-603E-A04E-4F23-B9CB57395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D4080-60A3-D0E6-829A-6703FB2BF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2E741-764B-B0DA-FD89-02BF7A90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DEE90-6E1E-867C-448B-6ADC0EB9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18FCF-840E-D29E-776C-08973BCF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731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8B25-80D7-AAB2-D2DF-B1DEB02B4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79FFC-033A-72FA-AC0E-9FB5F31A2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91D2E-97EA-A75C-8439-7362E50A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5746C-BA8D-DE97-716C-76B82FF3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95D2D-9E92-1966-4A02-8CD1B4BD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38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2CBDF-72C7-FC82-6FA2-98AB5E4C4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EC350-0995-9265-DBF7-6BFAA3711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72099-E4A8-6F41-9701-03D1F5FC3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89A78-6CE3-FEAC-8C4B-F5172FFF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8C670-D4DB-FE49-93FC-9D3F3CDA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841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E36D-AA0A-38E4-7E67-8CABCBE6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2638-8FD6-F292-95A4-0BCC352D9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D3693-4CDE-B3DC-6E75-B91A30778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2E829-B8F1-8949-4BE2-F06073CD7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50220-E4BF-1087-BF9B-77FAE030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CFC92-ABDC-69A4-E033-99C011D2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32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DF7E-A0B3-A032-DED9-4FD280A1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855FD-7A61-7288-B67F-4FA2754D8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A08E2-12F4-61AE-00EC-DDC09B3C1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46F9B0-0E48-78CE-FB43-79CAE33DD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886314-00DB-F285-25C7-475A75DA9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FBD565-571E-E96B-D4E6-7D9B8320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FE66B-2A18-B9F3-8EA1-C4F7F0B0C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5E6F7-31FC-ACE2-70A5-295F7AC9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205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CAE4C-55FF-B020-639B-142372F0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D28A3-8ABC-69EC-637D-190A0335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68D40-9FD4-EC13-1609-7BD457B5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B9468-587B-1ADF-771C-DCB97027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722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0A91C-05C6-5217-3345-015CA739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144F95-4BD1-CBBB-689C-6E1B9AEB8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A82EA-CD35-7FFE-AAFA-66DBC92D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19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76AF-557F-A5A1-5F2E-5C2E90C9A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324AF-3D4E-A01D-96C2-FE848CC2A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1BCDF-83B7-4B67-EAD9-55E47F379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E51F3-3F32-C3C7-B42C-88450B918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AA00D-87EC-8AA8-1C6E-1C29C1E97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034F0-C78A-B0B8-6DEE-269D8814F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2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3FEA-64AC-3DE5-B13E-1293EFBB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448646-055B-7E56-9980-0C3C9CA3D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FDB21-15F7-46E7-C7B1-FFACE9AAE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B25F1-DA59-94EF-9DE0-3E15777A1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28A04-B27C-39E0-7F9F-E461359E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DAD18-7C5D-3428-9305-C1A96978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33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9F622-60F7-BCF2-DDFA-23FE418D4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9CB42-DBCA-FB8B-9F06-CD9346FDB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11942-5EFE-4A34-EC31-EF976CDE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19C48-15B8-F0E2-B202-549440FC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429CF-4C76-A21B-FA24-E8F126E8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6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E9B6E-6E69-47FA-17AC-21BB820D3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C0B37-5B51-02FC-1396-3725BDD0C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3B290-6102-ABB0-69FA-2C00CA86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CED4-C642-5529-9498-031C1FC4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9470C-5FD8-7D0E-B55D-C107D915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41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94B85-147A-BD4E-D1A5-C2E17F27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8A5B4-3293-C6B5-40E9-442207CFA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17158-ACB7-8DA7-4875-0F34D6560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12239-A300-4FA3-A040-FB92C99AC9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719E8-34DB-8D73-D734-CA4871222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ACC1A-AF10-CE74-16CC-E1AB0C8FB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564D3-66CC-43CE-8203-5C6D6E92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277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9E2D3-355F-037B-E373-2C2ABBF3F8F8}"/>
              </a:ext>
            </a:extLst>
          </p:cNvPr>
          <p:cNvSpPr txBox="1"/>
          <p:nvPr/>
        </p:nvSpPr>
        <p:spPr>
          <a:xfrm>
            <a:off x="609600" y="291179"/>
            <a:ext cx="99994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What Precision &amp; Recall mean in recommender systems</a:t>
            </a:r>
          </a:p>
          <a:p>
            <a:pPr>
              <a:buNone/>
            </a:pPr>
            <a:r>
              <a:rPr lang="en-US" dirty="0"/>
              <a:t>For a </a:t>
            </a:r>
            <a:r>
              <a:rPr lang="en-US" b="1" dirty="0"/>
              <a:t>given user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Relevant items</a:t>
            </a:r>
            <a:r>
              <a:rPr lang="en-US" dirty="0"/>
              <a:t> → items the user actually liked (e.g., rating ≥ 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Recommended items</a:t>
            </a:r>
            <a:r>
              <a:rPr lang="en-US" dirty="0"/>
              <a:t> → items your system predicted</a:t>
            </a:r>
          </a:p>
          <a:p>
            <a:pPr>
              <a:buNone/>
            </a:pPr>
            <a:r>
              <a:rPr lang="en-US" b="1" dirty="0" err="1"/>
              <a:t>Precision@K</a:t>
            </a:r>
            <a:endParaRPr lang="en-US" b="1" dirty="0"/>
          </a:p>
          <a:p>
            <a:pPr>
              <a:buNone/>
            </a:pPr>
            <a:r>
              <a:rPr lang="en-US" dirty="0"/>
              <a:t>Out of K recommended items, how many were actually relevant? False positive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model predicted positive, how many were </a:t>
            </a:r>
            <a:r>
              <a:rPr lang="en-US"/>
              <a:t>actually positive –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2EDE6-4A99-5347-6AB0-49EBB812C547}"/>
              </a:ext>
            </a:extLst>
          </p:cNvPr>
          <p:cNvSpPr txBox="1"/>
          <p:nvPr/>
        </p:nvSpPr>
        <p:spPr>
          <a:xfrm>
            <a:off x="471948" y="4426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precision = |recommended ∩ relevant| / |recommended|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F809E-EE3A-5C8D-386E-191EFAD349CF}"/>
              </a:ext>
            </a:extLst>
          </p:cNvPr>
          <p:cNvSpPr txBox="1"/>
          <p:nvPr/>
        </p:nvSpPr>
        <p:spPr>
          <a:xfrm>
            <a:off x="334296" y="55511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Recall@K</a:t>
            </a:r>
            <a:endParaRPr lang="en-US" b="1" dirty="0"/>
          </a:p>
          <a:p>
            <a:pPr>
              <a:buNone/>
            </a:pPr>
            <a:r>
              <a:rPr lang="en-US" dirty="0"/>
              <a:t>Out of all relevant items, how many did we recommend?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3C5D4-374A-3CF5-F4EB-AB6AA1CAE969}"/>
              </a:ext>
            </a:extLst>
          </p:cNvPr>
          <p:cNvSpPr txBox="1"/>
          <p:nvPr/>
        </p:nvSpPr>
        <p:spPr>
          <a:xfrm>
            <a:off x="334296" y="61974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recall = |recommended ∩ relevant| / |relevant|</a:t>
            </a:r>
          </a:p>
        </p:txBody>
      </p:sp>
    </p:spTree>
    <p:extLst>
      <p:ext uri="{BB962C8B-B14F-4D97-AF65-F5344CB8AC3E}">
        <p14:creationId xmlns:p14="http://schemas.microsoft.com/office/powerpoint/2010/main" val="31353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3F9DD0-3C3D-C682-48D8-0BEACE3C24C9}"/>
              </a:ext>
            </a:extLst>
          </p:cNvPr>
          <p:cNvSpPr txBox="1"/>
          <p:nvPr/>
        </p:nvSpPr>
        <p:spPr>
          <a:xfrm>
            <a:off x="167148" y="27490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Step-by-step evaluation pipeline (IMPORTANT)</a:t>
            </a:r>
          </a:p>
          <a:p>
            <a:pPr>
              <a:buNone/>
            </a:pPr>
            <a:r>
              <a:rPr lang="en-US" b="1" dirty="0"/>
              <a:t>Step 1: Train–Test Split (by user)</a:t>
            </a:r>
          </a:p>
          <a:p>
            <a:pPr>
              <a:buNone/>
            </a:pPr>
            <a:r>
              <a:rPr lang="en-US" dirty="0"/>
              <a:t>You </a:t>
            </a:r>
            <a:r>
              <a:rPr lang="en-US" b="1" dirty="0"/>
              <a:t>must hide some user interactions</a:t>
            </a:r>
            <a:r>
              <a:rPr lang="en-US" dirty="0"/>
              <a:t> and test if your model can recover them.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6BD34C-4ADE-6C34-3049-96697758CA8F}"/>
              </a:ext>
            </a:extLst>
          </p:cNvPr>
          <p:cNvSpPr txBox="1"/>
          <p:nvPr/>
        </p:nvSpPr>
        <p:spPr>
          <a:xfrm>
            <a:off x="442451" y="1730587"/>
            <a:ext cx="95864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sklearn.model_selection</a:t>
            </a:r>
            <a:r>
              <a:rPr lang="en-IN" dirty="0"/>
              <a:t> import </a:t>
            </a:r>
            <a:r>
              <a:rPr lang="en-IN" dirty="0" err="1"/>
              <a:t>train_test_split</a:t>
            </a:r>
            <a:endParaRPr lang="en-IN" dirty="0"/>
          </a:p>
          <a:p>
            <a:endParaRPr lang="en-IN" dirty="0"/>
          </a:p>
          <a:p>
            <a:r>
              <a:rPr lang="en-IN" dirty="0"/>
              <a:t>def </a:t>
            </a:r>
            <a:r>
              <a:rPr lang="en-IN" dirty="0" err="1"/>
              <a:t>train_test_split_by_user</a:t>
            </a:r>
            <a:r>
              <a:rPr lang="en-IN" dirty="0"/>
              <a:t>(data, </a:t>
            </a:r>
            <a:r>
              <a:rPr lang="en-IN" dirty="0" err="1"/>
              <a:t>test_size</a:t>
            </a:r>
            <a:r>
              <a:rPr lang="en-IN" dirty="0"/>
              <a:t>=0.2):</a:t>
            </a:r>
          </a:p>
          <a:p>
            <a:r>
              <a:rPr lang="en-IN" dirty="0"/>
              <a:t>    </a:t>
            </a:r>
            <a:r>
              <a:rPr lang="en-IN" dirty="0" err="1"/>
              <a:t>train_data</a:t>
            </a:r>
            <a:r>
              <a:rPr lang="en-IN" dirty="0"/>
              <a:t> = []</a:t>
            </a:r>
          </a:p>
          <a:p>
            <a:r>
              <a:rPr lang="en-IN" dirty="0"/>
              <a:t>    </a:t>
            </a:r>
            <a:r>
              <a:rPr lang="en-IN" dirty="0" err="1"/>
              <a:t>test_data</a:t>
            </a:r>
            <a:r>
              <a:rPr lang="en-IN" dirty="0"/>
              <a:t> = []</a:t>
            </a:r>
          </a:p>
          <a:p>
            <a:endParaRPr lang="en-IN" dirty="0"/>
          </a:p>
          <a:p>
            <a:r>
              <a:rPr lang="en-IN" dirty="0"/>
              <a:t>    for </a:t>
            </a:r>
            <a:r>
              <a:rPr lang="en-IN" dirty="0" err="1"/>
              <a:t>user_id</a:t>
            </a:r>
            <a:r>
              <a:rPr lang="en-IN" dirty="0"/>
              <a:t>, </a:t>
            </a:r>
            <a:r>
              <a:rPr lang="en-IN" dirty="0" err="1"/>
              <a:t>user_df</a:t>
            </a:r>
            <a:r>
              <a:rPr lang="en-IN" dirty="0"/>
              <a:t> in </a:t>
            </a:r>
            <a:r>
              <a:rPr lang="en-IN" dirty="0" err="1"/>
              <a:t>data.groupby</a:t>
            </a:r>
            <a:r>
              <a:rPr lang="en-IN" dirty="0"/>
              <a:t>("ID"):</a:t>
            </a:r>
          </a:p>
          <a:p>
            <a:r>
              <a:rPr lang="en-IN" dirty="0"/>
              <a:t>        if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user_df</a:t>
            </a:r>
            <a:r>
              <a:rPr lang="en-IN" dirty="0"/>
              <a:t>) &lt; 5:</a:t>
            </a:r>
          </a:p>
          <a:p>
            <a:r>
              <a:rPr lang="en-IN" dirty="0"/>
              <a:t>            continue</a:t>
            </a:r>
          </a:p>
          <a:p>
            <a:r>
              <a:rPr lang="en-IN" dirty="0"/>
              <a:t>        train, test = </a:t>
            </a:r>
            <a:r>
              <a:rPr lang="en-IN" dirty="0" err="1"/>
              <a:t>train_test_split</a:t>
            </a:r>
            <a:r>
              <a:rPr lang="en-IN" dirty="0"/>
              <a:t>(</a:t>
            </a:r>
            <a:r>
              <a:rPr lang="en-IN" dirty="0" err="1"/>
              <a:t>user_df</a:t>
            </a:r>
            <a:r>
              <a:rPr lang="en-IN" dirty="0"/>
              <a:t>, </a:t>
            </a:r>
            <a:r>
              <a:rPr lang="en-IN" dirty="0" err="1"/>
              <a:t>test_size</a:t>
            </a:r>
            <a:r>
              <a:rPr lang="en-IN" dirty="0"/>
              <a:t>=</a:t>
            </a:r>
            <a:r>
              <a:rPr lang="en-IN" dirty="0" err="1"/>
              <a:t>test_size</a:t>
            </a:r>
            <a:r>
              <a:rPr lang="en-IN" dirty="0"/>
              <a:t>, </a:t>
            </a:r>
            <a:r>
              <a:rPr lang="en-IN" dirty="0" err="1"/>
              <a:t>random_state</a:t>
            </a:r>
            <a:r>
              <a:rPr lang="en-IN" dirty="0"/>
              <a:t>=42)</a:t>
            </a:r>
          </a:p>
          <a:p>
            <a:r>
              <a:rPr lang="en-IN" dirty="0"/>
              <a:t>        </a:t>
            </a:r>
            <a:r>
              <a:rPr lang="en-IN" dirty="0" err="1"/>
              <a:t>train_data.append</a:t>
            </a:r>
            <a:r>
              <a:rPr lang="en-IN" dirty="0"/>
              <a:t>(train)</a:t>
            </a:r>
          </a:p>
          <a:p>
            <a:r>
              <a:rPr lang="en-IN" dirty="0"/>
              <a:t>        </a:t>
            </a:r>
            <a:r>
              <a:rPr lang="en-IN" dirty="0" err="1"/>
              <a:t>test_data.append</a:t>
            </a:r>
            <a:r>
              <a:rPr lang="en-IN" dirty="0"/>
              <a:t>(test)</a:t>
            </a:r>
          </a:p>
          <a:p>
            <a:endParaRPr lang="en-IN" dirty="0"/>
          </a:p>
          <a:p>
            <a:r>
              <a:rPr lang="en-IN" dirty="0"/>
              <a:t>    return </a:t>
            </a:r>
            <a:r>
              <a:rPr lang="en-IN" dirty="0" err="1"/>
              <a:t>pd.concat</a:t>
            </a:r>
            <a:r>
              <a:rPr lang="en-IN" dirty="0"/>
              <a:t>(</a:t>
            </a:r>
            <a:r>
              <a:rPr lang="en-IN" dirty="0" err="1"/>
              <a:t>train_data</a:t>
            </a:r>
            <a:r>
              <a:rPr lang="en-IN" dirty="0"/>
              <a:t>), </a:t>
            </a:r>
            <a:r>
              <a:rPr lang="en-IN" dirty="0" err="1"/>
              <a:t>pd.concat</a:t>
            </a:r>
            <a:r>
              <a:rPr lang="en-IN" dirty="0"/>
              <a:t>(</a:t>
            </a:r>
            <a:r>
              <a:rPr lang="en-IN" dirty="0" err="1"/>
              <a:t>test_data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9079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92D41B-BB71-4000-A2B6-794D5162B4F9}"/>
              </a:ext>
            </a:extLst>
          </p:cNvPr>
          <p:cNvSpPr txBox="1"/>
          <p:nvPr/>
        </p:nvSpPr>
        <p:spPr>
          <a:xfrm>
            <a:off x="383458" y="3642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Define “relevant items”</a:t>
            </a:r>
          </a:p>
          <a:p>
            <a:pPr>
              <a:buNone/>
            </a:pPr>
            <a:r>
              <a:rPr lang="en-US" dirty="0"/>
              <a:t>Usually: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RELEVANT_RATING_THRESHOLD =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A0F63-30B0-4140-4A5F-41A605E9AD64}"/>
              </a:ext>
            </a:extLst>
          </p:cNvPr>
          <p:cNvSpPr txBox="1"/>
          <p:nvPr/>
        </p:nvSpPr>
        <p:spPr>
          <a:xfrm>
            <a:off x="176981" y="1609551"/>
            <a:ext cx="93209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 </a:t>
            </a:r>
            <a:r>
              <a:rPr lang="en-IN" dirty="0" err="1"/>
              <a:t>get_relevant_items</a:t>
            </a:r>
            <a:r>
              <a:rPr lang="en-IN" dirty="0"/>
              <a:t>(</a:t>
            </a:r>
            <a:r>
              <a:rPr lang="en-IN" dirty="0" err="1"/>
              <a:t>test_data</a:t>
            </a:r>
            <a:r>
              <a:rPr lang="en-IN" dirty="0"/>
              <a:t>, </a:t>
            </a:r>
            <a:r>
              <a:rPr lang="en-IN" dirty="0" err="1"/>
              <a:t>user_id</a:t>
            </a:r>
            <a:r>
              <a:rPr lang="en-IN" dirty="0"/>
              <a:t>):</a:t>
            </a:r>
          </a:p>
          <a:p>
            <a:r>
              <a:rPr lang="en-IN" dirty="0"/>
              <a:t>    return set(</a:t>
            </a:r>
          </a:p>
          <a:p>
            <a:r>
              <a:rPr lang="en-IN" dirty="0"/>
              <a:t>        </a:t>
            </a:r>
            <a:r>
              <a:rPr lang="en-IN" dirty="0" err="1"/>
              <a:t>test_data</a:t>
            </a:r>
            <a:r>
              <a:rPr lang="en-IN" dirty="0"/>
              <a:t>[</a:t>
            </a:r>
          </a:p>
          <a:p>
            <a:r>
              <a:rPr lang="en-IN" dirty="0"/>
              <a:t>            (</a:t>
            </a:r>
            <a:r>
              <a:rPr lang="en-IN" dirty="0" err="1"/>
              <a:t>test_data</a:t>
            </a:r>
            <a:r>
              <a:rPr lang="en-IN" dirty="0"/>
              <a:t>["ID"] == </a:t>
            </a:r>
            <a:r>
              <a:rPr lang="en-IN" dirty="0" err="1"/>
              <a:t>user_id</a:t>
            </a:r>
            <a:r>
              <a:rPr lang="en-IN" dirty="0"/>
              <a:t>) &amp;</a:t>
            </a:r>
          </a:p>
          <a:p>
            <a:r>
              <a:rPr lang="en-IN" dirty="0"/>
              <a:t>            (</a:t>
            </a:r>
            <a:r>
              <a:rPr lang="en-IN" dirty="0" err="1"/>
              <a:t>test_data</a:t>
            </a:r>
            <a:r>
              <a:rPr lang="en-IN" dirty="0"/>
              <a:t>["Rating"] &gt;= 4)</a:t>
            </a:r>
          </a:p>
          <a:p>
            <a:r>
              <a:rPr lang="en-IN" dirty="0"/>
              <a:t>        ]["</a:t>
            </a:r>
            <a:r>
              <a:rPr lang="en-IN" dirty="0" err="1"/>
              <a:t>ProdID</a:t>
            </a:r>
            <a:r>
              <a:rPr lang="en-IN" dirty="0"/>
              <a:t>"]</a:t>
            </a:r>
          </a:p>
          <a:p>
            <a:r>
              <a:rPr lang="en-IN" dirty="0"/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322914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4FCF4C-573F-0BA0-87F8-6A105609CB27}"/>
              </a:ext>
            </a:extLst>
          </p:cNvPr>
          <p:cNvSpPr txBox="1"/>
          <p:nvPr/>
        </p:nvSpPr>
        <p:spPr>
          <a:xfrm>
            <a:off x="471948" y="3552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4️⃣ Get recommendations (standardized output)</a:t>
            </a:r>
          </a:p>
          <a:p>
            <a:pPr>
              <a:buNone/>
            </a:pPr>
            <a:r>
              <a:rPr lang="en-US" b="1" dirty="0"/>
              <a:t>Modify collaborative filtering to return </a:t>
            </a:r>
            <a:r>
              <a:rPr lang="en-US" b="1" dirty="0" err="1"/>
              <a:t>ProdID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7470E-3C32-FF5A-103E-7939FA4C0367}"/>
              </a:ext>
            </a:extLst>
          </p:cNvPr>
          <p:cNvSpPr txBox="1"/>
          <p:nvPr/>
        </p:nvSpPr>
        <p:spPr>
          <a:xfrm>
            <a:off x="98322" y="1447654"/>
            <a:ext cx="1058934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 </a:t>
            </a:r>
            <a:r>
              <a:rPr lang="en-IN" dirty="0" err="1"/>
              <a:t>collaborative_filtering_recommendations_ids</a:t>
            </a:r>
            <a:r>
              <a:rPr lang="en-IN" dirty="0"/>
              <a:t>(data, </a:t>
            </a:r>
            <a:r>
              <a:rPr lang="en-IN" dirty="0" err="1"/>
              <a:t>target_user_id</a:t>
            </a:r>
            <a:r>
              <a:rPr lang="en-IN" dirty="0"/>
              <a:t>, </a:t>
            </a:r>
            <a:r>
              <a:rPr lang="en-IN" dirty="0" err="1"/>
              <a:t>top_n</a:t>
            </a:r>
            <a:r>
              <a:rPr lang="en-IN" dirty="0"/>
              <a:t>=10):</a:t>
            </a:r>
          </a:p>
          <a:p>
            <a:r>
              <a:rPr lang="en-IN" dirty="0"/>
              <a:t>    </a:t>
            </a:r>
            <a:r>
              <a:rPr lang="en-IN" dirty="0" err="1"/>
              <a:t>user_item_matrix</a:t>
            </a:r>
            <a:r>
              <a:rPr lang="en-IN" dirty="0"/>
              <a:t> = </a:t>
            </a:r>
            <a:r>
              <a:rPr lang="en-IN" dirty="0" err="1"/>
              <a:t>data.pivot_table</a:t>
            </a:r>
            <a:r>
              <a:rPr lang="en-IN" dirty="0"/>
              <a:t>(</a:t>
            </a:r>
          </a:p>
          <a:p>
            <a:r>
              <a:rPr lang="en-IN" dirty="0"/>
              <a:t>        index='ID', columns='</a:t>
            </a:r>
            <a:r>
              <a:rPr lang="en-IN" dirty="0" err="1"/>
              <a:t>ProdID</a:t>
            </a:r>
            <a:r>
              <a:rPr lang="en-IN" dirty="0"/>
              <a:t>', values='Rating', </a:t>
            </a:r>
            <a:r>
              <a:rPr lang="en-IN" dirty="0" err="1"/>
              <a:t>aggfunc</a:t>
            </a:r>
            <a:r>
              <a:rPr lang="en-IN" dirty="0"/>
              <a:t>='mean'</a:t>
            </a:r>
          </a:p>
          <a:p>
            <a:r>
              <a:rPr lang="en-IN" dirty="0"/>
              <a:t>    ).</a:t>
            </a:r>
            <a:r>
              <a:rPr lang="en-IN" dirty="0" err="1"/>
              <a:t>fillna</a:t>
            </a:r>
            <a:r>
              <a:rPr lang="en-IN" dirty="0"/>
              <a:t>(0)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user_similarity</a:t>
            </a:r>
            <a:r>
              <a:rPr lang="en-IN" dirty="0"/>
              <a:t> = </a:t>
            </a:r>
            <a:r>
              <a:rPr lang="en-IN" dirty="0" err="1"/>
              <a:t>cosine_similarity</a:t>
            </a:r>
            <a:r>
              <a:rPr lang="en-IN" dirty="0"/>
              <a:t>(</a:t>
            </a:r>
            <a:r>
              <a:rPr lang="en-IN" dirty="0" err="1"/>
              <a:t>user_item_matrix</a:t>
            </a:r>
            <a:r>
              <a:rPr lang="en-IN" dirty="0"/>
              <a:t>)</a:t>
            </a:r>
          </a:p>
          <a:p>
            <a:r>
              <a:rPr lang="en-IN" dirty="0"/>
              <a:t>    </a:t>
            </a:r>
            <a:r>
              <a:rPr lang="en-IN" dirty="0" err="1"/>
              <a:t>target_user_index</a:t>
            </a:r>
            <a:r>
              <a:rPr lang="en-IN" dirty="0"/>
              <a:t> = </a:t>
            </a:r>
            <a:r>
              <a:rPr lang="en-IN" dirty="0" err="1"/>
              <a:t>user_item_matrix.index.get_loc</a:t>
            </a:r>
            <a:r>
              <a:rPr lang="en-IN" dirty="0"/>
              <a:t>(</a:t>
            </a:r>
            <a:r>
              <a:rPr lang="en-IN" dirty="0" err="1"/>
              <a:t>target_user_id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similar_users</a:t>
            </a:r>
            <a:r>
              <a:rPr lang="en-IN" dirty="0"/>
              <a:t> = </a:t>
            </a:r>
            <a:r>
              <a:rPr lang="en-IN" dirty="0" err="1"/>
              <a:t>user_similarity</a:t>
            </a:r>
            <a:r>
              <a:rPr lang="en-IN" dirty="0"/>
              <a:t>[</a:t>
            </a:r>
            <a:r>
              <a:rPr lang="en-IN" dirty="0" err="1"/>
              <a:t>target_user_index</a:t>
            </a:r>
            <a:r>
              <a:rPr lang="en-IN" dirty="0"/>
              <a:t>].</a:t>
            </a:r>
            <a:r>
              <a:rPr lang="en-IN" dirty="0" err="1"/>
              <a:t>argsort</a:t>
            </a:r>
            <a:r>
              <a:rPr lang="en-IN" dirty="0"/>
              <a:t>()[::-1][1:]</a:t>
            </a:r>
          </a:p>
          <a:p>
            <a:r>
              <a:rPr lang="en-IN" dirty="0"/>
              <a:t>    </a:t>
            </a:r>
            <a:r>
              <a:rPr lang="en-IN" dirty="0" err="1"/>
              <a:t>recommended_items</a:t>
            </a:r>
            <a:r>
              <a:rPr lang="en-IN" dirty="0"/>
              <a:t> = []</a:t>
            </a:r>
          </a:p>
          <a:p>
            <a:endParaRPr lang="en-IN" dirty="0"/>
          </a:p>
          <a:p>
            <a:r>
              <a:rPr lang="en-IN" dirty="0"/>
              <a:t>    for </a:t>
            </a:r>
            <a:r>
              <a:rPr lang="en-IN" dirty="0" err="1"/>
              <a:t>user_index</a:t>
            </a:r>
            <a:r>
              <a:rPr lang="en-IN" dirty="0"/>
              <a:t> in </a:t>
            </a:r>
            <a:r>
              <a:rPr lang="en-IN" dirty="0" err="1"/>
              <a:t>similar_users</a:t>
            </a:r>
            <a:r>
              <a:rPr lang="en-IN" dirty="0"/>
              <a:t>:</a:t>
            </a:r>
          </a:p>
          <a:p>
            <a:r>
              <a:rPr lang="en-IN" dirty="0"/>
              <a:t>        </a:t>
            </a:r>
            <a:r>
              <a:rPr lang="en-IN" dirty="0" err="1"/>
              <a:t>rated_items</a:t>
            </a:r>
            <a:r>
              <a:rPr lang="en-IN" dirty="0"/>
              <a:t> = </a:t>
            </a:r>
            <a:r>
              <a:rPr lang="en-IN" dirty="0" err="1"/>
              <a:t>user_item_matrix.iloc</a:t>
            </a:r>
            <a:r>
              <a:rPr lang="en-IN" dirty="0"/>
              <a:t>[</a:t>
            </a:r>
            <a:r>
              <a:rPr lang="en-IN" dirty="0" err="1"/>
              <a:t>user_index</a:t>
            </a:r>
            <a:r>
              <a:rPr lang="en-IN" dirty="0"/>
              <a:t>]</a:t>
            </a:r>
          </a:p>
          <a:p>
            <a:r>
              <a:rPr lang="en-IN" dirty="0"/>
              <a:t>        </a:t>
            </a:r>
            <a:r>
              <a:rPr lang="en-IN" dirty="0" err="1"/>
              <a:t>not_rated</a:t>
            </a:r>
            <a:r>
              <a:rPr lang="en-IN" dirty="0"/>
              <a:t> = (</a:t>
            </a:r>
            <a:r>
              <a:rPr lang="en-IN" dirty="0" err="1"/>
              <a:t>rated_items</a:t>
            </a:r>
            <a:r>
              <a:rPr lang="en-IN" dirty="0"/>
              <a:t> &gt; 0) &amp; (</a:t>
            </a:r>
            <a:r>
              <a:rPr lang="en-IN" dirty="0" err="1"/>
              <a:t>user_item_matrix.iloc</a:t>
            </a:r>
            <a:r>
              <a:rPr lang="en-IN" dirty="0"/>
              <a:t>[</a:t>
            </a:r>
            <a:r>
              <a:rPr lang="en-IN" dirty="0" err="1"/>
              <a:t>target_user_index</a:t>
            </a:r>
            <a:r>
              <a:rPr lang="en-IN" dirty="0"/>
              <a:t>] == 0)</a:t>
            </a:r>
          </a:p>
          <a:p>
            <a:r>
              <a:rPr lang="en-IN" dirty="0"/>
              <a:t>        </a:t>
            </a:r>
            <a:r>
              <a:rPr lang="en-IN" dirty="0" err="1"/>
              <a:t>recommended_items.extend</a:t>
            </a:r>
            <a:r>
              <a:rPr lang="en-IN" dirty="0"/>
              <a:t>(</a:t>
            </a:r>
            <a:r>
              <a:rPr lang="en-IN" dirty="0" err="1"/>
              <a:t>user_item_matrix.columns</a:t>
            </a:r>
            <a:r>
              <a:rPr lang="en-IN" dirty="0"/>
              <a:t>[</a:t>
            </a:r>
            <a:r>
              <a:rPr lang="en-IN" dirty="0" err="1"/>
              <a:t>not_rated</a:t>
            </a:r>
            <a:r>
              <a:rPr lang="en-IN" dirty="0"/>
              <a:t>])</a:t>
            </a:r>
          </a:p>
          <a:p>
            <a:endParaRPr lang="en-IN" dirty="0"/>
          </a:p>
          <a:p>
            <a:r>
              <a:rPr lang="en-IN" dirty="0"/>
              <a:t>    return list(</a:t>
            </a:r>
            <a:r>
              <a:rPr lang="en-IN" dirty="0" err="1"/>
              <a:t>dict.fromkeys</a:t>
            </a:r>
            <a:r>
              <a:rPr lang="en-IN" dirty="0"/>
              <a:t>(</a:t>
            </a:r>
            <a:r>
              <a:rPr lang="en-IN" dirty="0" err="1"/>
              <a:t>recommended_items</a:t>
            </a:r>
            <a:r>
              <a:rPr lang="en-IN" dirty="0"/>
              <a:t>))[:</a:t>
            </a:r>
            <a:r>
              <a:rPr lang="en-IN" dirty="0" err="1"/>
              <a:t>top_n</a:t>
            </a: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9783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267687-3E60-C539-B88B-4CA91073D898}"/>
              </a:ext>
            </a:extLst>
          </p:cNvPr>
          <p:cNvSpPr txBox="1"/>
          <p:nvPr/>
        </p:nvSpPr>
        <p:spPr>
          <a:xfrm>
            <a:off x="0" y="2676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5️⃣ Precision &amp; Recall computation (core logic)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3B4FF-935E-4F3D-4FE9-8174D61A134B}"/>
              </a:ext>
            </a:extLst>
          </p:cNvPr>
          <p:cNvSpPr txBox="1"/>
          <p:nvPr/>
        </p:nvSpPr>
        <p:spPr>
          <a:xfrm>
            <a:off x="267929" y="1443841"/>
            <a:ext cx="10134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 </a:t>
            </a:r>
            <a:r>
              <a:rPr lang="en-IN" dirty="0" err="1"/>
              <a:t>precision_recall_at_k</a:t>
            </a:r>
            <a:r>
              <a:rPr lang="en-IN" dirty="0"/>
              <a:t>(</a:t>
            </a:r>
            <a:r>
              <a:rPr lang="en-IN" dirty="0" err="1"/>
              <a:t>recommended_items</a:t>
            </a:r>
            <a:r>
              <a:rPr lang="en-IN" dirty="0"/>
              <a:t>, </a:t>
            </a:r>
            <a:r>
              <a:rPr lang="en-IN" dirty="0" err="1"/>
              <a:t>relevant_items</a:t>
            </a:r>
            <a:r>
              <a:rPr lang="en-IN" dirty="0"/>
              <a:t>):</a:t>
            </a:r>
          </a:p>
          <a:p>
            <a:r>
              <a:rPr lang="en-IN" dirty="0"/>
              <a:t>    if not </a:t>
            </a:r>
            <a:r>
              <a:rPr lang="en-IN" dirty="0" err="1"/>
              <a:t>recommended_items</a:t>
            </a:r>
            <a:r>
              <a:rPr lang="en-IN" dirty="0"/>
              <a:t>:</a:t>
            </a:r>
          </a:p>
          <a:p>
            <a:r>
              <a:rPr lang="en-IN" dirty="0"/>
              <a:t>        return 0.0, 0.0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recommended_items</a:t>
            </a:r>
            <a:r>
              <a:rPr lang="en-IN" dirty="0"/>
              <a:t> = set(</a:t>
            </a:r>
            <a:r>
              <a:rPr lang="en-IN" dirty="0" err="1"/>
              <a:t>recommended_items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true_positives</a:t>
            </a:r>
            <a:r>
              <a:rPr lang="en-IN" dirty="0"/>
              <a:t> = </a:t>
            </a:r>
            <a:r>
              <a:rPr lang="en-IN" dirty="0" err="1"/>
              <a:t>recommended_items</a:t>
            </a:r>
            <a:r>
              <a:rPr lang="en-IN" dirty="0"/>
              <a:t> &amp; </a:t>
            </a:r>
            <a:r>
              <a:rPr lang="en-IN" dirty="0" err="1"/>
              <a:t>relevant_items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precision =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true_positives</a:t>
            </a:r>
            <a:r>
              <a:rPr lang="en-IN" dirty="0"/>
              <a:t>) /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recommended_items</a:t>
            </a:r>
            <a:r>
              <a:rPr lang="en-IN" dirty="0"/>
              <a:t>)</a:t>
            </a:r>
          </a:p>
          <a:p>
            <a:r>
              <a:rPr lang="en-IN" dirty="0"/>
              <a:t>    recall =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true_positives</a:t>
            </a:r>
            <a:r>
              <a:rPr lang="en-IN" dirty="0"/>
              <a:t>) /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relevant_items</a:t>
            </a:r>
            <a:r>
              <a:rPr lang="en-IN" dirty="0"/>
              <a:t>) if </a:t>
            </a:r>
            <a:r>
              <a:rPr lang="en-IN" dirty="0" err="1"/>
              <a:t>relevant_items</a:t>
            </a:r>
            <a:r>
              <a:rPr lang="en-IN" dirty="0"/>
              <a:t> else 0.0</a:t>
            </a:r>
          </a:p>
          <a:p>
            <a:endParaRPr lang="en-IN" dirty="0"/>
          </a:p>
          <a:p>
            <a:r>
              <a:rPr lang="en-IN" dirty="0"/>
              <a:t>    return precision, recall</a:t>
            </a:r>
          </a:p>
        </p:txBody>
      </p:sp>
    </p:spTree>
    <p:extLst>
      <p:ext uri="{BB962C8B-B14F-4D97-AF65-F5344CB8AC3E}">
        <p14:creationId xmlns:p14="http://schemas.microsoft.com/office/powerpoint/2010/main" val="78762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F7CFEF-BFC3-B0BC-7BBF-E64F4A5A83FA}"/>
              </a:ext>
            </a:extLst>
          </p:cNvPr>
          <p:cNvSpPr txBox="1"/>
          <p:nvPr/>
        </p:nvSpPr>
        <p:spPr>
          <a:xfrm>
            <a:off x="324464" y="1004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6️⃣ Full evaluation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8398E-E485-D813-9F65-DA4C46DE0D4C}"/>
              </a:ext>
            </a:extLst>
          </p:cNvPr>
          <p:cNvSpPr txBox="1"/>
          <p:nvPr/>
        </p:nvSpPr>
        <p:spPr>
          <a:xfrm>
            <a:off x="117986" y="469801"/>
            <a:ext cx="1164139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 </a:t>
            </a:r>
            <a:r>
              <a:rPr lang="en-IN" dirty="0" err="1"/>
              <a:t>evaluate_model</a:t>
            </a:r>
            <a:r>
              <a:rPr lang="en-IN" dirty="0"/>
              <a:t>(data):</a:t>
            </a:r>
          </a:p>
          <a:p>
            <a:r>
              <a:rPr lang="en-IN" dirty="0"/>
              <a:t>    </a:t>
            </a:r>
            <a:r>
              <a:rPr lang="en-IN" dirty="0" err="1"/>
              <a:t>train_data</a:t>
            </a:r>
            <a:r>
              <a:rPr lang="en-IN" dirty="0"/>
              <a:t>, </a:t>
            </a:r>
            <a:r>
              <a:rPr lang="en-IN" dirty="0" err="1"/>
              <a:t>test_data</a:t>
            </a:r>
            <a:r>
              <a:rPr lang="en-IN" dirty="0"/>
              <a:t> = </a:t>
            </a:r>
            <a:r>
              <a:rPr lang="en-IN" dirty="0" err="1"/>
              <a:t>train_test_split_by_user</a:t>
            </a:r>
            <a:r>
              <a:rPr lang="en-IN" dirty="0"/>
              <a:t>(data)</a:t>
            </a:r>
          </a:p>
          <a:p>
            <a:endParaRPr lang="en-IN" dirty="0"/>
          </a:p>
          <a:p>
            <a:r>
              <a:rPr lang="en-IN" dirty="0"/>
              <a:t>    precisions = []</a:t>
            </a:r>
          </a:p>
          <a:p>
            <a:r>
              <a:rPr lang="en-IN" dirty="0"/>
              <a:t>    recalls = []</a:t>
            </a:r>
          </a:p>
          <a:p>
            <a:endParaRPr lang="en-IN" dirty="0"/>
          </a:p>
          <a:p>
            <a:r>
              <a:rPr lang="en-IN" dirty="0"/>
              <a:t>    for </a:t>
            </a:r>
            <a:r>
              <a:rPr lang="en-IN" dirty="0" err="1"/>
              <a:t>user_id</a:t>
            </a:r>
            <a:r>
              <a:rPr lang="en-IN" dirty="0"/>
              <a:t> in </a:t>
            </a:r>
            <a:r>
              <a:rPr lang="en-IN" dirty="0" err="1"/>
              <a:t>test_data</a:t>
            </a:r>
            <a:r>
              <a:rPr lang="en-IN" dirty="0"/>
              <a:t>["ID"].unique():</a:t>
            </a:r>
          </a:p>
          <a:p>
            <a:r>
              <a:rPr lang="en-IN" dirty="0"/>
              <a:t>        </a:t>
            </a:r>
            <a:r>
              <a:rPr lang="en-IN" dirty="0" err="1"/>
              <a:t>relevant_items</a:t>
            </a:r>
            <a:r>
              <a:rPr lang="en-IN" dirty="0"/>
              <a:t> = </a:t>
            </a:r>
            <a:r>
              <a:rPr lang="en-IN" dirty="0" err="1"/>
              <a:t>get_relevant_items</a:t>
            </a:r>
            <a:r>
              <a:rPr lang="en-IN" dirty="0"/>
              <a:t>(</a:t>
            </a:r>
            <a:r>
              <a:rPr lang="en-IN" dirty="0" err="1"/>
              <a:t>test_data</a:t>
            </a:r>
            <a:r>
              <a:rPr lang="en-IN" dirty="0"/>
              <a:t>, </a:t>
            </a:r>
            <a:r>
              <a:rPr lang="en-IN" dirty="0" err="1"/>
              <a:t>user_id</a:t>
            </a:r>
            <a:r>
              <a:rPr lang="en-IN" dirty="0"/>
              <a:t>)</a:t>
            </a:r>
          </a:p>
          <a:p>
            <a:r>
              <a:rPr lang="en-IN" dirty="0"/>
              <a:t>        if not </a:t>
            </a:r>
            <a:r>
              <a:rPr lang="en-IN" dirty="0" err="1"/>
              <a:t>relevant_items</a:t>
            </a:r>
            <a:r>
              <a:rPr lang="en-IN" dirty="0"/>
              <a:t>:</a:t>
            </a:r>
          </a:p>
          <a:p>
            <a:r>
              <a:rPr lang="en-IN" dirty="0"/>
              <a:t>            continue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recommended_items</a:t>
            </a:r>
            <a:r>
              <a:rPr lang="en-IN" dirty="0"/>
              <a:t> = </a:t>
            </a:r>
            <a:r>
              <a:rPr lang="en-IN" dirty="0" err="1"/>
              <a:t>collaborative_filtering_recommendations_ids</a:t>
            </a:r>
            <a:r>
              <a:rPr lang="en-IN" dirty="0"/>
              <a:t>(</a:t>
            </a:r>
          </a:p>
          <a:p>
            <a:r>
              <a:rPr lang="en-IN" dirty="0"/>
              <a:t>            </a:t>
            </a:r>
            <a:r>
              <a:rPr lang="en-IN" dirty="0" err="1"/>
              <a:t>train_data</a:t>
            </a:r>
            <a:r>
              <a:rPr lang="en-IN" dirty="0"/>
              <a:t>, </a:t>
            </a:r>
            <a:r>
              <a:rPr lang="en-IN" dirty="0" err="1"/>
              <a:t>user_id</a:t>
            </a:r>
            <a:r>
              <a:rPr lang="en-IN" dirty="0"/>
              <a:t>, </a:t>
            </a:r>
            <a:r>
              <a:rPr lang="en-IN" dirty="0" err="1"/>
              <a:t>top_n</a:t>
            </a:r>
            <a:r>
              <a:rPr lang="en-IN" dirty="0"/>
              <a:t>=10</a:t>
            </a:r>
          </a:p>
          <a:p>
            <a:r>
              <a:rPr lang="en-IN" dirty="0"/>
              <a:t>        )</a:t>
            </a:r>
          </a:p>
          <a:p>
            <a:endParaRPr lang="en-IN" dirty="0"/>
          </a:p>
          <a:p>
            <a:r>
              <a:rPr lang="en-IN" dirty="0"/>
              <a:t>        precision, recall = </a:t>
            </a:r>
            <a:r>
              <a:rPr lang="en-IN" dirty="0" err="1"/>
              <a:t>precision_recall_at_k</a:t>
            </a:r>
            <a:r>
              <a:rPr lang="en-IN" dirty="0"/>
              <a:t>(</a:t>
            </a:r>
          </a:p>
          <a:p>
            <a:r>
              <a:rPr lang="en-IN" dirty="0"/>
              <a:t>            </a:t>
            </a:r>
            <a:r>
              <a:rPr lang="en-IN" dirty="0" err="1"/>
              <a:t>recommended_items</a:t>
            </a:r>
            <a:r>
              <a:rPr lang="en-IN" dirty="0"/>
              <a:t>, </a:t>
            </a:r>
            <a:r>
              <a:rPr lang="en-IN" dirty="0" err="1"/>
              <a:t>relevant_items</a:t>
            </a:r>
            <a:endParaRPr lang="en-IN" dirty="0"/>
          </a:p>
          <a:p>
            <a:r>
              <a:rPr lang="en-IN" dirty="0"/>
              <a:t>        )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precisions.append</a:t>
            </a:r>
            <a:r>
              <a:rPr lang="en-IN" dirty="0"/>
              <a:t>(precision)</a:t>
            </a:r>
          </a:p>
          <a:p>
            <a:r>
              <a:rPr lang="en-IN" dirty="0"/>
              <a:t>        </a:t>
            </a:r>
            <a:r>
              <a:rPr lang="en-IN" dirty="0" err="1"/>
              <a:t>recalls.append</a:t>
            </a:r>
            <a:r>
              <a:rPr lang="en-IN" dirty="0"/>
              <a:t>(recall)</a:t>
            </a:r>
          </a:p>
          <a:p>
            <a:endParaRPr lang="en-IN" dirty="0"/>
          </a:p>
          <a:p>
            <a:r>
              <a:rPr lang="en-IN" dirty="0"/>
              <a:t>    return </a:t>
            </a:r>
            <a:r>
              <a:rPr lang="en-IN" dirty="0" err="1"/>
              <a:t>np.mean</a:t>
            </a:r>
            <a:r>
              <a:rPr lang="en-IN" dirty="0"/>
              <a:t>(precisions), </a:t>
            </a:r>
            <a:r>
              <a:rPr lang="en-IN" dirty="0" err="1"/>
              <a:t>np.mean</a:t>
            </a:r>
            <a:r>
              <a:rPr lang="en-IN" dirty="0"/>
              <a:t>(recalls)</a:t>
            </a:r>
          </a:p>
        </p:txBody>
      </p:sp>
    </p:spTree>
    <p:extLst>
      <p:ext uri="{BB962C8B-B14F-4D97-AF65-F5344CB8AC3E}">
        <p14:creationId xmlns:p14="http://schemas.microsoft.com/office/powerpoint/2010/main" val="90049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62A755-216C-9DF6-ECE5-6F32C558C6E0}"/>
              </a:ext>
            </a:extLst>
          </p:cNvPr>
          <p:cNvSpPr txBox="1"/>
          <p:nvPr/>
        </p:nvSpPr>
        <p:spPr>
          <a:xfrm>
            <a:off x="363793" y="3561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7️⃣ Run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FD0E8-A561-D023-E0F4-DD4668A20EA7}"/>
              </a:ext>
            </a:extLst>
          </p:cNvPr>
          <p:cNvSpPr txBox="1"/>
          <p:nvPr/>
        </p:nvSpPr>
        <p:spPr>
          <a:xfrm>
            <a:off x="363793" y="101232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precision, recall = </a:t>
            </a:r>
            <a:r>
              <a:rPr lang="en-IN" dirty="0" err="1"/>
              <a:t>evaluate_model</a:t>
            </a:r>
            <a:r>
              <a:rPr lang="en-IN" dirty="0"/>
              <a:t>(data)</a:t>
            </a:r>
          </a:p>
          <a:p>
            <a:endParaRPr lang="en-IN" dirty="0"/>
          </a:p>
          <a:p>
            <a:r>
              <a:rPr lang="en-IN" dirty="0"/>
              <a:t>print(f"Precision@10: {precision:.4f}")</a:t>
            </a:r>
          </a:p>
          <a:p>
            <a:r>
              <a:rPr lang="en-IN" dirty="0"/>
              <a:t>print(f"Recall@10: {recall:.4f}")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457AF4-D74E-EC71-4009-0B39701C3E7B}"/>
              </a:ext>
            </a:extLst>
          </p:cNvPr>
          <p:cNvSpPr txBox="1"/>
          <p:nvPr/>
        </p:nvSpPr>
        <p:spPr>
          <a:xfrm>
            <a:off x="481780" y="2836040"/>
            <a:ext cx="97437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8️⃣ How this applies to the other recommenders</a:t>
            </a:r>
          </a:p>
          <a:p>
            <a:pPr>
              <a:buNone/>
            </a:pPr>
            <a:r>
              <a:rPr lang="en-US" b="1" dirty="0"/>
              <a:t>Rating-based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Recommended = top-rated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Relevant = items user rated ≥ 4 in test set</a:t>
            </a:r>
          </a:p>
          <a:p>
            <a:pPr>
              <a:buNone/>
            </a:pPr>
            <a:r>
              <a:rPr lang="en-US" b="1" dirty="0"/>
              <a:t>Content-based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Recommended = similar items for items user liked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Relevant = items user liked in test data</a:t>
            </a:r>
          </a:p>
          <a:p>
            <a:pPr>
              <a:buNone/>
            </a:pPr>
            <a:r>
              <a:rPr lang="en-US" b="1" dirty="0"/>
              <a:t>Collaborative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Recommended = predicted items via similar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Relevant = held-out items in test set</a:t>
            </a:r>
          </a:p>
        </p:txBody>
      </p:sp>
    </p:spTree>
    <p:extLst>
      <p:ext uri="{BB962C8B-B14F-4D97-AF65-F5344CB8AC3E}">
        <p14:creationId xmlns:p14="http://schemas.microsoft.com/office/powerpoint/2010/main" val="181949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EBF84-AE28-77BD-AFFF-3646BD404068}"/>
              </a:ext>
            </a:extLst>
          </p:cNvPr>
          <p:cNvSpPr txBox="1"/>
          <p:nvPr/>
        </p:nvSpPr>
        <p:spPr>
          <a:xfrm>
            <a:off x="68826" y="264094"/>
            <a:ext cx="12054348" cy="6826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#DEMO IS GIVEN BELOW. THAT WILL BE USE TO BUILD THE PROJECT. TRY TO BUILD THE PROJECT BY THE END OF THIS WEEK.</a:t>
            </a:r>
          </a:p>
          <a:p>
            <a:pPr>
              <a:lnSpc>
                <a:spcPts val="1425"/>
              </a:lnSpc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import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streamlit</a:t>
            </a:r>
            <a:r>
              <a:rPr lang="en-IN" b="0" dirty="0">
                <a:effectLst/>
                <a:latin typeface="Consolas" panose="020B0609020204030204" pitchFamily="49" charset="0"/>
              </a:rPr>
              <a:t> as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</a:t>
            </a: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import pandas as pd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import requests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from PIL import Image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from io import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BytesIO</a:t>
            </a: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Fake product data (replace with your real data)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products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pd.DataFrame</a:t>
            </a:r>
            <a:r>
              <a:rPr lang="en-IN" b="0" dirty="0"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'name': ['Running Shoes', 'Sports Shoes', 'Jogging Shoes', 'Gym Shoes', 'Sneakers'],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'price': [2500, 2800, 2200, 3000, 1900],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'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image_url</a:t>
            </a:r>
            <a:r>
              <a:rPr lang="en-IN" b="0" dirty="0">
                <a:effectLst/>
                <a:latin typeface="Consolas" panose="020B0609020204030204" pitchFamily="49" charset="0"/>
              </a:rPr>
              <a:t>': [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'https://images.unsplash.com/photo-1542291026-7eec264c27ff?w=200',  # shoes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'https://images.unsplash.com/photo-1605348532760-6753a5a8b4b5?w=200',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'https://images.unsplash.com/photo-1543161298-e9b5f7f25397?w=200',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'https://images.unsplash.com/photo-1549298916-b41d501d3772?w=200',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'https://images.unsplash.com/photo-1541781774459-bb2af79ba794?w=200'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st.title</a:t>
            </a:r>
            <a:r>
              <a:rPr lang="en-IN" b="0" dirty="0">
                <a:effectLst/>
                <a:latin typeface="Consolas" panose="020B0609020204030204" pitchFamily="49" charset="0"/>
              </a:rPr>
              <a:t>("🛒 Product Recommendations")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User types product name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effectLst/>
                <a:latin typeface="Consolas" panose="020B0609020204030204" pitchFamily="49" charset="0"/>
              </a:rPr>
              <a:t>user_input</a:t>
            </a:r>
            <a:r>
              <a:rPr lang="en-IN" b="0" dirty="0"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st.text_input</a:t>
            </a:r>
            <a:r>
              <a:rPr lang="en-IN" b="0" dirty="0">
                <a:effectLst/>
                <a:latin typeface="Consolas" panose="020B0609020204030204" pitchFamily="49" charset="0"/>
              </a:rPr>
              <a:t>("Type a product name (like 'shoes'):")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885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08AD6B-29F7-025C-3D7C-0F8FC9A409FD}"/>
              </a:ext>
            </a:extLst>
          </p:cNvPr>
          <p:cNvSpPr txBox="1"/>
          <p:nvPr/>
        </p:nvSpPr>
        <p:spPr>
          <a:xfrm>
            <a:off x="127819" y="351982"/>
            <a:ext cx="11729883" cy="369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if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user_input</a:t>
            </a:r>
            <a:r>
              <a:rPr lang="en-IN" b="0" dirty="0"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# Find similar products (simple text matching)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similar = products[products['name'].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str.contains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user_input</a:t>
            </a:r>
            <a:r>
              <a:rPr lang="en-IN" b="0" dirty="0">
                <a:effectLst/>
                <a:latin typeface="Consolas" panose="020B0609020204030204" pitchFamily="49" charset="0"/>
              </a:rPr>
              <a:t>, case=False)]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if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IN" b="0" dirty="0">
                <a:effectLst/>
                <a:latin typeface="Consolas" panose="020B0609020204030204" pitchFamily="49" charset="0"/>
              </a:rPr>
              <a:t>(similar) &gt; 0: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st.success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f"Found</a:t>
            </a:r>
            <a:r>
              <a:rPr lang="en-IN" b="0" dirty="0"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IN" b="0" dirty="0">
                <a:effectLst/>
                <a:latin typeface="Consolas" panose="020B0609020204030204" pitchFamily="49" charset="0"/>
              </a:rPr>
              <a:t>(similar)} similar products!")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# Show products in 3 columns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cols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st.columns</a:t>
            </a:r>
            <a:r>
              <a:rPr lang="en-IN" b="0" dirty="0">
                <a:effectLst/>
                <a:latin typeface="Consolas" panose="020B0609020204030204" pitchFamily="49" charset="0"/>
              </a:rPr>
              <a:t>(3)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for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effectLst/>
                <a:latin typeface="Consolas" panose="020B0609020204030204" pitchFamily="49" charset="0"/>
              </a:rPr>
              <a:t>, product in enumerate(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similar.head</a:t>
            </a:r>
            <a:r>
              <a:rPr lang="en-IN" b="0" dirty="0">
                <a:effectLst/>
                <a:latin typeface="Consolas" panose="020B0609020204030204" pitchFamily="49" charset="0"/>
              </a:rPr>
              <a:t>(5).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itertuples</a:t>
            </a:r>
            <a:r>
              <a:rPr lang="en-IN" b="0" dirty="0">
                <a:effectLst/>
                <a:latin typeface="Consolas" panose="020B0609020204030204" pitchFamily="49" charset="0"/>
              </a:rPr>
              <a:t>()):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  col = cols[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effectLst/>
                <a:latin typeface="Consolas" panose="020B0609020204030204" pitchFamily="49" charset="0"/>
              </a:rPr>
              <a:t> % 3]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  with col: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      # Show image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img</a:t>
            </a:r>
            <a:r>
              <a:rPr lang="en-IN" b="0" dirty="0"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Image.open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BytesIO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requests.get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product.image_url</a:t>
            </a:r>
            <a:r>
              <a:rPr lang="en-IN" b="0" dirty="0">
                <a:effectLst/>
                <a:latin typeface="Consolas" panose="020B0609020204030204" pitchFamily="49" charset="0"/>
              </a:rPr>
              <a:t>).content))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st.image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img</a:t>
            </a:r>
            <a:r>
              <a:rPr lang="en-IN" b="0" dirty="0"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use_column_width</a:t>
            </a:r>
            <a:r>
              <a:rPr lang="en-IN" b="0" dirty="0">
                <a:effectLst/>
                <a:latin typeface="Consolas" panose="020B0609020204030204" pitchFamily="49" charset="0"/>
              </a:rPr>
              <a:t>=True)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st.write</a:t>
            </a:r>
            <a:r>
              <a:rPr lang="en-IN" b="0" dirty="0">
                <a:effectLst/>
                <a:latin typeface="Consolas" panose="020B0609020204030204" pitchFamily="49" charset="0"/>
              </a:rPr>
              <a:t>(f"**{product.name}**")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st.write</a:t>
            </a:r>
            <a:r>
              <a:rPr lang="en-IN" b="0" dirty="0">
                <a:effectLst/>
                <a:latin typeface="Consolas" panose="020B0609020204030204" pitchFamily="49" charset="0"/>
              </a:rPr>
              <a:t>(f"₹{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product.price</a:t>
            </a:r>
            <a:r>
              <a:rPr lang="en-IN" b="0" dirty="0">
                <a:effectLst/>
                <a:latin typeface="Consolas" panose="020B0609020204030204" pitchFamily="49" charset="0"/>
              </a:rPr>
              <a:t>}")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st.write</a:t>
            </a:r>
            <a:r>
              <a:rPr lang="en-IN" b="0" dirty="0">
                <a:effectLst/>
                <a:latin typeface="Consolas" panose="020B0609020204030204" pitchFamily="49" charset="0"/>
              </a:rPr>
              <a:t>("---")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else: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st.error</a:t>
            </a:r>
            <a:r>
              <a:rPr lang="en-IN" b="0" dirty="0">
                <a:effectLst/>
                <a:latin typeface="Consolas" panose="020B0609020204030204" pitchFamily="49" charset="0"/>
              </a:rPr>
              <a:t>("No products found! Try 'shoes' or 'running'")</a:t>
            </a:r>
          </a:p>
        </p:txBody>
      </p:sp>
    </p:spTree>
    <p:extLst>
      <p:ext uri="{BB962C8B-B14F-4D97-AF65-F5344CB8AC3E}">
        <p14:creationId xmlns:p14="http://schemas.microsoft.com/office/powerpoint/2010/main" val="1157786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1347</Words>
  <Application>Microsoft Office PowerPoint</Application>
  <PresentationFormat>Widescreen</PresentationFormat>
  <Paragraphs>160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bhutani</dc:creator>
  <cp:lastModifiedBy>simran bhutani</cp:lastModifiedBy>
  <cp:revision>3</cp:revision>
  <dcterms:created xsi:type="dcterms:W3CDTF">2026-01-15T10:11:23Z</dcterms:created>
  <dcterms:modified xsi:type="dcterms:W3CDTF">2026-01-15T10:20:01Z</dcterms:modified>
</cp:coreProperties>
</file>